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59" r:id="rId6"/>
    <p:sldId id="260" r:id="rId7"/>
    <p:sldId id="262" r:id="rId8"/>
    <p:sldId id="263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9" r:id="rId19"/>
    <p:sldId id="275" r:id="rId20"/>
    <p:sldId id="276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1" r:id="rId32"/>
    <p:sldId id="290" r:id="rId33"/>
    <p:sldId id="292" r:id="rId34"/>
    <p:sldId id="293" r:id="rId35"/>
    <p:sldId id="294" r:id="rId36"/>
    <p:sldId id="295" r:id="rId37"/>
    <p:sldId id="296" r:id="rId38"/>
    <p:sldId id="297" r:id="rId39"/>
    <p:sldId id="278" r:id="rId40"/>
  </p:sldIdLst>
  <p:sldSz cx="12192000" cy="6858000"/>
  <p:notesSz cx="6858000" cy="9144000"/>
  <p:embeddedFontLst>
    <p:embeddedFont>
      <p:font typeface="Manrope ExtraBold" charset="0"/>
      <p:bold r:id="rId44"/>
    </p:embeddedFont>
    <p:embeddedFont>
      <p:font typeface="Calibri" panose="020F0502020204030204" charset="0"/>
      <p:regular r:id="rId45"/>
      <p:bold r:id="rId46"/>
      <p:italic r:id="rId47"/>
      <p:boldItalic r:id="rId48"/>
    </p:embeddedFont>
    <p:embeddedFont>
      <p:font typeface="Calibri Light" panose="020F0302020204030204" charset="0"/>
      <p:regular r:id="rId49"/>
      <p:italic r:id="rId50"/>
    </p:embeddedFont>
    <p:embeddedFont>
      <p:font typeface="Aldhabi" panose="01000000000000000000" charset="0"/>
      <p:regular r:id="rId51"/>
    </p:embeddedFont>
  </p:embeddedFontLst>
  <p:custDataLst>
    <p:tags r:id="rId5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2" Type="http://schemas.openxmlformats.org/officeDocument/2006/relationships/tags" Target="tags/tag153.xml"/><Relationship Id="rId51" Type="http://schemas.openxmlformats.org/officeDocument/2006/relationships/font" Target="fonts/font8.fntdata"/><Relationship Id="rId50" Type="http://schemas.openxmlformats.org/officeDocument/2006/relationships/font" Target="fonts/font7.fntdata"/><Relationship Id="rId5" Type="http://schemas.openxmlformats.org/officeDocument/2006/relationships/notesMaster" Target="notesMasters/notesMaster1.xml"/><Relationship Id="rId49" Type="http://schemas.openxmlformats.org/officeDocument/2006/relationships/font" Target="fonts/font6.fntdata"/><Relationship Id="rId48" Type="http://schemas.openxmlformats.org/officeDocument/2006/relationships/font" Target="fonts/font5.fntdata"/><Relationship Id="rId47" Type="http://schemas.openxmlformats.org/officeDocument/2006/relationships/font" Target="fonts/font4.fntdata"/><Relationship Id="rId46" Type="http://schemas.openxmlformats.org/officeDocument/2006/relationships/font" Target="fonts/font3.fntdata"/><Relationship Id="rId45" Type="http://schemas.openxmlformats.org/officeDocument/2006/relationships/font" Target="fonts/font2.fntdata"/><Relationship Id="rId44" Type="http://schemas.openxmlformats.org/officeDocument/2006/relationships/font" Target="fonts/font1.fntdata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4497E-5DF4-4689-8E16-4C24A7DA94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image" Target="../media/image1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2.png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image" Target="../media/image3.png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image" Target="../media/image1.png"/><Relationship Id="rId10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-15875" y="-26395"/>
            <a:ext cx="12192000" cy="6875145"/>
          </a:xfrm>
          <a:prstGeom prst="rect">
            <a:avLst/>
          </a:prstGeom>
          <a:gradFill flip="none" rotWithShape="1">
            <a:gsLst>
              <a:gs pos="50000">
                <a:schemeClr val="bg2">
                  <a:lumMod val="50000"/>
                  <a:alpha val="85000"/>
                </a:schemeClr>
              </a:gs>
              <a:gs pos="0">
                <a:schemeClr val="bg2">
                  <a:lumMod val="50000"/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>
            <a:normAutofit/>
          </a:bodyPr>
          <a:lstStyle/>
          <a:p>
            <a:pPr algn="ctr"/>
            <a:endParaRPr lang="en-US" dirty="0"/>
          </a:p>
        </p:txBody>
      </p:sp>
      <p:sp>
        <p:nvSpPr>
          <p:cNvPr id="15" name="任意多边形 14"/>
          <p:cNvSpPr/>
          <p:nvPr>
            <p:custDataLst>
              <p:tags r:id="rId3"/>
            </p:custDataLst>
          </p:nvPr>
        </p:nvSpPr>
        <p:spPr>
          <a:xfrm>
            <a:off x="6339205" y="1694180"/>
            <a:ext cx="5852795" cy="51638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217" h="8132">
                <a:moveTo>
                  <a:pt x="6444" y="0"/>
                </a:moveTo>
                <a:cubicBezTo>
                  <a:pt x="7417" y="0"/>
                  <a:pt x="8339" y="216"/>
                  <a:pt x="9166" y="602"/>
                </a:cubicBezTo>
                <a:lnTo>
                  <a:pt x="9217" y="626"/>
                </a:lnTo>
                <a:lnTo>
                  <a:pt x="9217" y="3858"/>
                </a:lnTo>
                <a:lnTo>
                  <a:pt x="9188" y="3828"/>
                </a:lnTo>
                <a:cubicBezTo>
                  <a:pt x="8497" y="3103"/>
                  <a:pt x="7523" y="2652"/>
                  <a:pt x="6444" y="2652"/>
                </a:cubicBezTo>
                <a:cubicBezTo>
                  <a:pt x="4350" y="2652"/>
                  <a:pt x="2652" y="4350"/>
                  <a:pt x="2652" y="6444"/>
                </a:cubicBezTo>
                <a:cubicBezTo>
                  <a:pt x="2652" y="7049"/>
                  <a:pt x="2794" y="7621"/>
                  <a:pt x="3046" y="8129"/>
                </a:cubicBezTo>
                <a:lnTo>
                  <a:pt x="3048" y="8132"/>
                </a:lnTo>
                <a:lnTo>
                  <a:pt x="224" y="8132"/>
                </a:lnTo>
                <a:lnTo>
                  <a:pt x="223" y="8131"/>
                </a:lnTo>
                <a:cubicBezTo>
                  <a:pt x="78" y="7593"/>
                  <a:pt x="0" y="7027"/>
                  <a:pt x="0" y="6444"/>
                </a:cubicBezTo>
                <a:cubicBezTo>
                  <a:pt x="0" y="2885"/>
                  <a:pt x="2885" y="0"/>
                  <a:pt x="6444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16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>
            <a:off x="-15875" y="-17145"/>
            <a:ext cx="4196715" cy="29984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09" h="4722">
                <a:moveTo>
                  <a:pt x="0" y="0"/>
                </a:moveTo>
                <a:lnTo>
                  <a:pt x="6433" y="0"/>
                </a:lnTo>
                <a:lnTo>
                  <a:pt x="6434" y="3"/>
                </a:lnTo>
                <a:cubicBezTo>
                  <a:pt x="6547" y="354"/>
                  <a:pt x="6609" y="728"/>
                  <a:pt x="6609" y="1117"/>
                </a:cubicBezTo>
                <a:cubicBezTo>
                  <a:pt x="6609" y="3108"/>
                  <a:pt x="4995" y="4722"/>
                  <a:pt x="3004" y="4722"/>
                </a:cubicBezTo>
                <a:cubicBezTo>
                  <a:pt x="1760" y="4722"/>
                  <a:pt x="663" y="4092"/>
                  <a:pt x="15" y="3133"/>
                </a:cubicBezTo>
                <a:lnTo>
                  <a:pt x="0" y="3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bg2">
                  <a:lumMod val="50000"/>
                  <a:alpha val="31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3" name="空心弧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rot="19680000">
            <a:off x="4568835" y="4613426"/>
            <a:ext cx="2052000" cy="2052000"/>
          </a:xfrm>
          <a:prstGeom prst="blockArc">
            <a:avLst>
              <a:gd name="adj1" fmla="val 10800000"/>
              <a:gd name="adj2" fmla="val 124980"/>
              <a:gd name="adj3" fmla="val 30890"/>
            </a:avLst>
          </a:prstGeom>
          <a:gradFill>
            <a:gsLst>
              <a:gs pos="0">
                <a:schemeClr val="bg2">
                  <a:lumMod val="75000"/>
                  <a:alpha val="30000"/>
                </a:schemeClr>
              </a:gs>
              <a:gs pos="95000">
                <a:schemeClr val="bg2">
                  <a:lumMod val="75000"/>
                  <a:alpha val="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6"/>
            </p:custDataLst>
          </p:nvPr>
        </p:nvCxnSpPr>
        <p:spPr>
          <a:xfrm>
            <a:off x="11539855" y="59055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7"/>
            </p:custDataLst>
          </p:nvPr>
        </p:nvCxnSpPr>
        <p:spPr>
          <a:xfrm>
            <a:off x="11539855" y="64897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8"/>
            </p:custDataLst>
          </p:nvPr>
        </p:nvCxnSpPr>
        <p:spPr>
          <a:xfrm>
            <a:off x="11539855" y="70739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副标题"/>
          <p:cNvSpPr>
            <a:spLocks noGrp="1"/>
          </p:cNvSpPr>
          <p:nvPr>
            <p:ph type="body" idx="3" hasCustomPrompt="1"/>
            <p:custDataLst>
              <p:tags r:id="rId9"/>
            </p:custDataLst>
          </p:nvPr>
        </p:nvSpPr>
        <p:spPr>
          <a:xfrm>
            <a:off x="765175" y="4069353"/>
            <a:ext cx="8674744" cy="500062"/>
          </a:xfrm>
          <a:prstGeom prst="rect">
            <a:avLst/>
          </a:prstGeom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2" hasCustomPrompt="1"/>
            <p:custDataLst>
              <p:tags r:id="rId10"/>
            </p:custDataLst>
          </p:nvPr>
        </p:nvSpPr>
        <p:spPr>
          <a:xfrm>
            <a:off x="765175" y="265430"/>
            <a:ext cx="7608570" cy="3735705"/>
          </a:xfrm>
          <a:prstGeom prst="rect">
            <a:avLst/>
          </a:prstGeom>
        </p:spPr>
        <p:txBody>
          <a:bodyPr wrap="square" lIns="91440" tIns="45720" rIns="91440" bIns="45720" rtlCol="0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40000"/>
              </a:lnSpc>
              <a:buClrTx/>
              <a:buSzTx/>
              <a:buFontTx/>
              <a:buNone/>
              <a:defRPr kumimoji="0" lang="en-US" sz="4800" b="0" i="0" u="none" strike="noStrike" kern="1200" cap="none" spc="0" normalizeH="0" baseline="0" noProof="1" dirty="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  <a:sym typeface="+mn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pic>
        <p:nvPicPr>
          <p:cNvPr id="7" name="图片 6" descr="卡通人物&#10;&#10;描述已自动生成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308" y="999307"/>
            <a:ext cx="5496692" cy="5858693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17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765175" y="4752894"/>
            <a:ext cx="2085974" cy="499336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effectLst/>
        </p:spPr>
        <p:txBody>
          <a:bodyPr wrap="square" lIns="0" rIns="0" anchor="b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aseline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2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2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 algn="ctr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-635" y="-635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>
            <a:off x="-635" y="0"/>
            <a:ext cx="12192000" cy="6858000"/>
          </a:xfrm>
          <a:prstGeom prst="rect">
            <a:avLst/>
          </a:prstGeom>
          <a:gradFill flip="none" rotWithShape="1">
            <a:gsLst>
              <a:gs pos="50000">
                <a:schemeClr val="bg2">
                  <a:lumMod val="50000"/>
                  <a:alpha val="56000"/>
                </a:schemeClr>
              </a:gs>
              <a:gs pos="0">
                <a:schemeClr val="bg2">
                  <a:lumMod val="50000"/>
                  <a:alpha val="1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35" y="635"/>
            <a:ext cx="4118610" cy="53486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486" h="8423">
                <a:moveTo>
                  <a:pt x="2849" y="0"/>
                </a:moveTo>
                <a:lnTo>
                  <a:pt x="5849" y="0"/>
                </a:lnTo>
                <a:lnTo>
                  <a:pt x="5853" y="8"/>
                </a:lnTo>
                <a:cubicBezTo>
                  <a:pt x="6258" y="798"/>
                  <a:pt x="6486" y="1692"/>
                  <a:pt x="6486" y="2641"/>
                </a:cubicBezTo>
                <a:cubicBezTo>
                  <a:pt x="6486" y="5834"/>
                  <a:pt x="3897" y="8423"/>
                  <a:pt x="704" y="8423"/>
                </a:cubicBezTo>
                <a:cubicBezTo>
                  <a:pt x="479" y="8423"/>
                  <a:pt x="257" y="8410"/>
                  <a:pt x="39" y="8385"/>
                </a:cubicBezTo>
                <a:lnTo>
                  <a:pt x="0" y="8381"/>
                </a:lnTo>
                <a:lnTo>
                  <a:pt x="0" y="5970"/>
                </a:lnTo>
                <a:lnTo>
                  <a:pt x="18" y="5974"/>
                </a:lnTo>
                <a:cubicBezTo>
                  <a:pt x="239" y="6019"/>
                  <a:pt x="469" y="6043"/>
                  <a:pt x="704" y="6043"/>
                </a:cubicBezTo>
                <a:cubicBezTo>
                  <a:pt x="2583" y="6043"/>
                  <a:pt x="4106" y="4520"/>
                  <a:pt x="4106" y="2641"/>
                </a:cubicBezTo>
                <a:cubicBezTo>
                  <a:pt x="4106" y="1584"/>
                  <a:pt x="3624" y="639"/>
                  <a:pt x="2868" y="15"/>
                </a:cubicBezTo>
                <a:lnTo>
                  <a:pt x="2849" y="0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16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标题"/>
          <p:cNvSpPr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6284595" y="240030"/>
            <a:ext cx="5789930" cy="1694180"/>
          </a:xfrm>
          <a:prstGeom prst="rect">
            <a:avLst/>
          </a:prstGeom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sz="6600" b="0" i="0" u="none" strike="noStrike" kern="1200" cap="none" spc="0" normalizeH="0" baseline="0" noProof="1" dirty="0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dirty="0"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pic>
        <p:nvPicPr>
          <p:cNvPr id="9" name="图片 8" descr="卡通人物&#10;&#10;描述已自动生成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4097"/>
            <a:ext cx="5277587" cy="5753903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000">
                <a:schemeClr val="bg2">
                  <a:lumMod val="50000"/>
                  <a:alpha val="56000"/>
                </a:schemeClr>
              </a:gs>
              <a:gs pos="0">
                <a:schemeClr val="bg2">
                  <a:lumMod val="50000"/>
                  <a:alpha val="1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任意多边形 9"/>
          <p:cNvSpPr/>
          <p:nvPr>
            <p:custDataLst>
              <p:tags r:id="rId4"/>
            </p:custDataLst>
          </p:nvPr>
        </p:nvSpPr>
        <p:spPr>
          <a:xfrm>
            <a:off x="6339205" y="1694180"/>
            <a:ext cx="5852795" cy="51638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217" h="8132">
                <a:moveTo>
                  <a:pt x="6444" y="0"/>
                </a:moveTo>
                <a:cubicBezTo>
                  <a:pt x="7417" y="0"/>
                  <a:pt x="8339" y="216"/>
                  <a:pt x="9166" y="602"/>
                </a:cubicBezTo>
                <a:lnTo>
                  <a:pt x="9217" y="626"/>
                </a:lnTo>
                <a:lnTo>
                  <a:pt x="9217" y="3858"/>
                </a:lnTo>
                <a:lnTo>
                  <a:pt x="9188" y="3828"/>
                </a:lnTo>
                <a:cubicBezTo>
                  <a:pt x="8497" y="3103"/>
                  <a:pt x="7523" y="2652"/>
                  <a:pt x="6444" y="2652"/>
                </a:cubicBezTo>
                <a:cubicBezTo>
                  <a:pt x="4350" y="2652"/>
                  <a:pt x="2652" y="4350"/>
                  <a:pt x="2652" y="6444"/>
                </a:cubicBezTo>
                <a:cubicBezTo>
                  <a:pt x="2652" y="7049"/>
                  <a:pt x="2794" y="7621"/>
                  <a:pt x="3046" y="8129"/>
                </a:cubicBezTo>
                <a:lnTo>
                  <a:pt x="3048" y="8132"/>
                </a:lnTo>
                <a:lnTo>
                  <a:pt x="224" y="8132"/>
                </a:lnTo>
                <a:lnTo>
                  <a:pt x="223" y="8131"/>
                </a:lnTo>
                <a:cubicBezTo>
                  <a:pt x="78" y="7593"/>
                  <a:pt x="0" y="7027"/>
                  <a:pt x="0" y="6444"/>
                </a:cubicBezTo>
                <a:cubicBezTo>
                  <a:pt x="0" y="2885"/>
                  <a:pt x="2885" y="0"/>
                  <a:pt x="6444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16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节编号"/>
          <p:cNvSpPr>
            <a:spLocks noGrp="1"/>
          </p:cNvSpPr>
          <p:nvPr>
            <p:ph type="body" idx="3" hasCustomPrompt="1"/>
            <p:custDataLst>
              <p:tags r:id="rId5"/>
            </p:custDataLst>
          </p:nvPr>
        </p:nvSpPr>
        <p:spPr>
          <a:xfrm>
            <a:off x="695325" y="112395"/>
            <a:ext cx="7579995" cy="2386965"/>
          </a:xfrm>
          <a:prstGeom prst="rect">
            <a:avLst/>
          </a:prstGeom>
        </p:spPr>
        <p:txBody>
          <a:bodyPr wrap="non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12800" b="0" i="0" u="none" strike="noStrike" kern="1200" cap="none" spc="0" normalizeH="0" baseline="0" noProof="1" dirty="0">
                <a:solidFill>
                  <a:schemeClr val="tx2">
                    <a:lumMod val="10000"/>
                    <a:lumOff val="90000"/>
                    <a:alpha val="90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>
                <a:sym typeface="+mn-ea"/>
              </a:rPr>
              <a:t>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695325" y="2616200"/>
            <a:ext cx="5998845" cy="3740150"/>
          </a:xfrm>
          <a:prstGeom prst="rect">
            <a:avLst/>
          </a:prstGeom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en-US" sz="4200" b="0" i="0" u="none" strike="noStrike" kern="1200" cap="none" spc="0" normalizeH="0" baseline="0" noProof="1" dirty="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pic>
        <p:nvPicPr>
          <p:cNvPr id="7" name="图片 6" descr="卡通人物&#10;&#10;描述已自动生成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780" y="1065992"/>
            <a:ext cx="6411220" cy="5792008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 algn="ctr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 hasCustomPrompt="1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 algn="ctr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 algn="ctr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608400" y="1314000"/>
            <a:ext cx="10969200" cy="50423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dk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algn="ctr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 algn="ctr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-17145"/>
            <a:ext cx="12192000" cy="6875145"/>
          </a:xfrm>
          <a:prstGeom prst="rect">
            <a:avLst/>
          </a:prstGeom>
          <a:gradFill flip="none" rotWithShape="1">
            <a:gsLst>
              <a:gs pos="50000">
                <a:schemeClr val="bg2">
                  <a:lumMod val="50000"/>
                  <a:alpha val="85000"/>
                </a:schemeClr>
              </a:gs>
              <a:gs pos="0">
                <a:schemeClr val="bg2">
                  <a:lumMod val="50000"/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任意多边形 13"/>
          <p:cNvSpPr/>
          <p:nvPr userDrawn="1">
            <p:custDataLst>
              <p:tags r:id="rId3"/>
            </p:custDataLst>
          </p:nvPr>
        </p:nvSpPr>
        <p:spPr>
          <a:xfrm>
            <a:off x="-15875" y="-17145"/>
            <a:ext cx="4196715" cy="29984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09" h="4722">
                <a:moveTo>
                  <a:pt x="0" y="0"/>
                </a:moveTo>
                <a:lnTo>
                  <a:pt x="6433" y="0"/>
                </a:lnTo>
                <a:lnTo>
                  <a:pt x="6434" y="3"/>
                </a:lnTo>
                <a:cubicBezTo>
                  <a:pt x="6547" y="354"/>
                  <a:pt x="6609" y="728"/>
                  <a:pt x="6609" y="1117"/>
                </a:cubicBezTo>
                <a:cubicBezTo>
                  <a:pt x="6609" y="3108"/>
                  <a:pt x="4995" y="4722"/>
                  <a:pt x="3004" y="4722"/>
                </a:cubicBezTo>
                <a:cubicBezTo>
                  <a:pt x="1760" y="4722"/>
                  <a:pt x="663" y="4092"/>
                  <a:pt x="15" y="3133"/>
                </a:cubicBezTo>
                <a:lnTo>
                  <a:pt x="0" y="3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bg2">
                  <a:lumMod val="50000"/>
                  <a:alpha val="31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9" name="空心弧 18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 rot="19680000">
            <a:off x="4568835" y="4613426"/>
            <a:ext cx="2052000" cy="2052000"/>
          </a:xfrm>
          <a:prstGeom prst="blockArc">
            <a:avLst>
              <a:gd name="adj1" fmla="val 10800000"/>
              <a:gd name="adj2" fmla="val 124980"/>
              <a:gd name="adj3" fmla="val 30890"/>
            </a:avLst>
          </a:prstGeom>
          <a:gradFill>
            <a:gsLst>
              <a:gs pos="0">
                <a:schemeClr val="bg2">
                  <a:lumMod val="75000"/>
                  <a:alpha val="30000"/>
                </a:schemeClr>
              </a:gs>
              <a:gs pos="95000">
                <a:schemeClr val="bg2">
                  <a:lumMod val="75000"/>
                  <a:alpha val="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5"/>
            </p:custDataLst>
          </p:nvPr>
        </p:nvSpPr>
        <p:spPr>
          <a:xfrm>
            <a:off x="6339205" y="1694180"/>
            <a:ext cx="5852795" cy="51638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217" h="8132">
                <a:moveTo>
                  <a:pt x="6444" y="0"/>
                </a:moveTo>
                <a:cubicBezTo>
                  <a:pt x="7417" y="0"/>
                  <a:pt x="8339" y="216"/>
                  <a:pt x="9166" y="602"/>
                </a:cubicBezTo>
                <a:lnTo>
                  <a:pt x="9217" y="626"/>
                </a:lnTo>
                <a:lnTo>
                  <a:pt x="9217" y="3858"/>
                </a:lnTo>
                <a:lnTo>
                  <a:pt x="9188" y="3828"/>
                </a:lnTo>
                <a:cubicBezTo>
                  <a:pt x="8497" y="3103"/>
                  <a:pt x="7523" y="2652"/>
                  <a:pt x="6444" y="2652"/>
                </a:cubicBezTo>
                <a:cubicBezTo>
                  <a:pt x="4350" y="2652"/>
                  <a:pt x="2652" y="4350"/>
                  <a:pt x="2652" y="6444"/>
                </a:cubicBezTo>
                <a:cubicBezTo>
                  <a:pt x="2652" y="7049"/>
                  <a:pt x="2794" y="7621"/>
                  <a:pt x="3046" y="8129"/>
                </a:cubicBezTo>
                <a:lnTo>
                  <a:pt x="3048" y="8132"/>
                </a:lnTo>
                <a:lnTo>
                  <a:pt x="224" y="8132"/>
                </a:lnTo>
                <a:lnTo>
                  <a:pt x="223" y="8131"/>
                </a:lnTo>
                <a:cubicBezTo>
                  <a:pt x="78" y="7593"/>
                  <a:pt x="0" y="7027"/>
                  <a:pt x="0" y="6444"/>
                </a:cubicBezTo>
                <a:cubicBezTo>
                  <a:pt x="0" y="2885"/>
                  <a:pt x="2885" y="0"/>
                  <a:pt x="6444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16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22" name="直接连接符 21"/>
          <p:cNvCxnSpPr/>
          <p:nvPr userDrawn="1">
            <p:custDataLst>
              <p:tags r:id="rId6"/>
            </p:custDataLst>
          </p:nvPr>
        </p:nvCxnSpPr>
        <p:spPr>
          <a:xfrm>
            <a:off x="11539855" y="59055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>
            <p:custDataLst>
              <p:tags r:id="rId7"/>
            </p:custDataLst>
          </p:nvPr>
        </p:nvCxnSpPr>
        <p:spPr>
          <a:xfrm>
            <a:off x="11539855" y="64897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>
            <p:custDataLst>
              <p:tags r:id="rId8"/>
            </p:custDataLst>
          </p:nvPr>
        </p:nvCxnSpPr>
        <p:spPr>
          <a:xfrm>
            <a:off x="11539855" y="70739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"/>
          <p:cNvSpPr>
            <a:spLocks noGrp="1"/>
          </p:cNvSpPr>
          <p:nvPr>
            <p:ph type="title" idx="3" hasCustomPrompt="1"/>
            <p:custDataLst>
              <p:tags r:id="rId9"/>
            </p:custDataLst>
          </p:nvPr>
        </p:nvSpPr>
        <p:spPr>
          <a:xfrm>
            <a:off x="763905" y="273685"/>
            <a:ext cx="6581775" cy="3342640"/>
          </a:xfrm>
          <a:prstGeom prst="rect">
            <a:avLst/>
          </a:prstGeom>
        </p:spPr>
        <p:txBody>
          <a:bodyPr wrap="square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0" u="none" strike="noStrike" kern="1200" cap="none" spc="0" normalizeH="0" baseline="0" noProof="1" dirty="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  <a:sym typeface="+mn-ea"/>
              </a:defRPr>
            </a:lvl1pPr>
          </a:lstStyle>
          <a:p>
            <a:pPr lvl="0">
              <a:lnSpc>
                <a:spcPct val="100000"/>
              </a:lnSpc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pic>
        <p:nvPicPr>
          <p:cNvPr id="7" name="图片 6" descr="卡通人物&#10;&#10;描述已自动生成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308" y="999307"/>
            <a:ext cx="5496692" cy="5858693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15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763905" y="3946094"/>
            <a:ext cx="2085974" cy="499336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effectLst/>
        </p:spPr>
        <p:txBody>
          <a:bodyPr wrap="square" lIns="0" rIns="0" anchor="b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aseline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000">
                <a:schemeClr val="bg2">
                  <a:lumMod val="50000"/>
                  <a:alpha val="85000"/>
                </a:schemeClr>
              </a:gs>
              <a:gs pos="0">
                <a:schemeClr val="bg2">
                  <a:lumMod val="50000"/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8" name="圆角矩形 7"/>
          <p:cNvSpPr/>
          <p:nvPr>
            <p:custDataLst>
              <p:tags r:id="rId13"/>
            </p:custDataLst>
          </p:nvPr>
        </p:nvSpPr>
        <p:spPr>
          <a:xfrm>
            <a:off x="0" y="102870"/>
            <a:ext cx="12192000" cy="6652260"/>
          </a:xfrm>
          <a:prstGeom prst="roundRect">
            <a:avLst>
              <a:gd name="adj" fmla="val 365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 anchor="t" anchorCtr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标题占位符 3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136525"/>
            <a:ext cx="10800000" cy="94347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marL="0" marR="0" lvl="0" algn="ctr" fontAlgn="auto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</a:rPr>
              <a:t>CONTENTS</a:t>
            </a:r>
            <a:endParaRPr 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5400" b="0" i="0" u="none" strike="noStrike" kern="1200" cap="none" spc="0" normalizeH="0" baseline="0" smtClean="0">
          <a:ln>
            <a:noFill/>
            <a:prstDash val="sysDot"/>
          </a:ln>
          <a:solidFill>
            <a:schemeClr val="accent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>
          <a:ln>
            <a:noFill/>
            <a:prstDash val="sysDot"/>
          </a:ln>
          <a:solidFill>
            <a:schemeClr val="dk1">
              <a:lumMod val="75000"/>
              <a:lumOff val="25000"/>
            </a:schemeClr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sym typeface="汉仪粗圆简" panose="0201060000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sym typeface="汉仪粗圆简" panose="0201060000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sym typeface="汉仪粗圆简" panose="0201060000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sym typeface="汉仪粗圆简" panose="0201060000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90.xml"/><Relationship Id="rId3" Type="http://schemas.openxmlformats.org/officeDocument/2006/relationships/image" Target="../media/image4.jpe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93.xml"/><Relationship Id="rId3" Type="http://schemas.openxmlformats.org/officeDocument/2006/relationships/image" Target="../media/image4.jpe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4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97.xml"/><Relationship Id="rId3" Type="http://schemas.openxmlformats.org/officeDocument/2006/relationships/image" Target="../media/image6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8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01.xml"/><Relationship Id="rId3" Type="http://schemas.openxmlformats.org/officeDocument/2006/relationships/image" Target="../media/image6.pn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05.xml"/><Relationship Id="rId3" Type="http://schemas.openxmlformats.org/officeDocument/2006/relationships/image" Target="../media/image6.png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6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09.xml"/><Relationship Id="rId3" Type="http://schemas.openxmlformats.org/officeDocument/2006/relationships/image" Target="../media/image6.png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0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13.xml"/><Relationship Id="rId3" Type="http://schemas.openxmlformats.org/officeDocument/2006/relationships/image" Target="../media/image6.pn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4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17.xml"/><Relationship Id="rId3" Type="http://schemas.openxmlformats.org/officeDocument/2006/relationships/image" Target="../media/image6.png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8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1.xml"/><Relationship Id="rId3" Type="http://schemas.openxmlformats.org/officeDocument/2006/relationships/image" Target="../media/image6.png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5.xml"/><Relationship Id="rId3" Type="http://schemas.openxmlformats.org/officeDocument/2006/relationships/image" Target="../media/image6.png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6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9.xml"/><Relationship Id="rId3" Type="http://schemas.openxmlformats.org/officeDocument/2006/relationships/image" Target="../media/image6.png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0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3.xml"/><Relationship Id="rId3" Type="http://schemas.openxmlformats.org/officeDocument/2006/relationships/image" Target="../media/image6.png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4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7.xml"/><Relationship Id="rId3" Type="http://schemas.openxmlformats.org/officeDocument/2006/relationships/image" Target="../media/image6.png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8.xml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1.xml"/><Relationship Id="rId3" Type="http://schemas.openxmlformats.org/officeDocument/2006/relationships/image" Target="../media/image6.png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2.xml"/><Relationship Id="rId1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5.xml"/><Relationship Id="rId3" Type="http://schemas.openxmlformats.org/officeDocument/2006/relationships/image" Target="../media/image6.png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6.xml"/><Relationship Id="rId1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9.xml"/><Relationship Id="rId3" Type="http://schemas.openxmlformats.org/officeDocument/2006/relationships/image" Target="../media/image6.png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0.xml"/><Relationship Id="rId1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GB" altLang="en-US"/>
              <a:t>Admin Portal</a:t>
            </a:r>
            <a:endParaRPr lang="en-GB" altLang="en-US"/>
          </a:p>
        </p:txBody>
      </p:sp>
      <p:sp>
        <p:nvSpPr>
          <p:cNvPr id="8" name="标题 7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GB" altLang="en-US" dirty="0">
                <a:latin typeface="+mj-ea"/>
                <a:cs typeface="+mj-ea"/>
              </a:rPr>
              <a:t>NextGene School</a:t>
            </a:r>
            <a:endParaRPr lang="en-GB" altLang="en-US" dirty="0">
              <a:latin typeface="+mj-ea"/>
              <a:cs typeface="+mj-ea"/>
            </a:endParaRPr>
          </a:p>
        </p:txBody>
      </p:sp>
      <p:pic>
        <p:nvPicPr>
          <p:cNvPr id="2" name="Picture 1" descr="WhatsApp Image 2025-12-01 at 9.54.33 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5" y="5426075"/>
            <a:ext cx="1198245" cy="11207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01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695325" y="2616200"/>
            <a:ext cx="3256280" cy="1166495"/>
          </a:xfrm>
        </p:spPr>
        <p:txBody>
          <a:bodyPr/>
          <a:lstStyle/>
          <a:p>
            <a:r>
              <a:rPr lang="en-GB" altLang="en-US">
                <a:latin typeface="+mj-lt"/>
              </a:rPr>
              <a:t>Dashboard</a:t>
            </a:r>
            <a:endParaRPr lang="en-GB" altLang="en-US">
              <a:latin typeface="+mj-lt"/>
            </a:endParaRPr>
          </a:p>
        </p:txBody>
      </p:sp>
      <p:pic>
        <p:nvPicPr>
          <p:cNvPr id="2" name="Picture 1" descr="WhatsApp Image 2025-12-01 at 9.54.33 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5" y="5426075"/>
            <a:ext cx="1198245" cy="11207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>
            <a:noAutofit/>
          </a:bodyPr>
          <a:p>
            <a:r>
              <a:rPr lang="en-US" altLang="en-GB" sz="2400">
                <a:solidFill>
                  <a:schemeClr val="tx1"/>
                </a:solidFill>
              </a:rPr>
              <a:t>From your dashboard page you can </a:t>
            </a:r>
            <a:r>
              <a:rPr lang="en-GB" altLang="en-US" sz="2400">
                <a:solidFill>
                  <a:schemeClr val="tx1"/>
                </a:solidFill>
              </a:rPr>
              <a:t>s</a:t>
            </a:r>
            <a:r>
              <a:rPr lang="en-US" altLang="en-GB" sz="2400">
                <a:solidFill>
                  <a:schemeClr val="tx1"/>
                </a:solidFill>
              </a:rPr>
              <a:t>ee the latest announcement and see the school calebder</a:t>
            </a:r>
            <a:endParaRPr lang="en-US" altLang="en-GB" sz="24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225" y="1814195"/>
            <a:ext cx="9607550" cy="42945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02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695325" y="2799080"/>
            <a:ext cx="3240405" cy="1259205"/>
          </a:xfrm>
        </p:spPr>
        <p:txBody>
          <a:bodyPr/>
          <a:lstStyle/>
          <a:p>
            <a:r>
              <a:rPr lang="en-GB" altLang="en-US">
                <a:latin typeface="+mj-lt"/>
              </a:rPr>
              <a:t>Time Table</a:t>
            </a:r>
            <a:endParaRPr lang="en-GB" altLang="en-US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en-GB" altLang="zh-CN" sz="2800">
                <a:solidFill>
                  <a:schemeClr val="tx1"/>
                </a:solidFill>
              </a:rPr>
              <a:t>You can create , manage and view timetable for all classes</a:t>
            </a:r>
            <a:endParaRPr lang="en-GB" altLang="zh-CN" sz="28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120" y="1691640"/>
            <a:ext cx="9763125" cy="48291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03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695325" y="2616200"/>
            <a:ext cx="4905375" cy="2338070"/>
          </a:xfrm>
        </p:spPr>
        <p:txBody>
          <a:bodyPr/>
          <a:lstStyle/>
          <a:p>
            <a:r>
              <a:rPr lang="en-US" altLang="en-GB">
                <a:latin typeface="+mj-lt"/>
              </a:rPr>
              <a:t>Guardians</a:t>
            </a:r>
            <a:r>
              <a:rPr lang="ar-EG" altLang="en-US">
                <a:latin typeface="+mj-lt"/>
              </a:rPr>
              <a:t> </a:t>
            </a:r>
            <a:r>
              <a:rPr lang="en-GB" altLang="en-US">
                <a:latin typeface="+mj-lt"/>
              </a:rPr>
              <a:t>and Students </a:t>
            </a:r>
            <a:endParaRPr lang="en-GB" altLang="en-US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altLang="en-US" sz="3200">
                <a:solidFill>
                  <a:schemeClr val="tx1"/>
                </a:solidFill>
              </a:rPr>
              <a:t>Manage all registerd parents from our wrbsite </a:t>
            </a:r>
            <a:endParaRPr altLang="en-US" sz="32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270" y="1490345"/>
            <a:ext cx="9648825" cy="50482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altLang="zh-CN" sz="2800">
                <a:solidFill>
                  <a:schemeClr val="tx1"/>
                </a:solidFill>
              </a:rPr>
              <a:t>See all student candidate and accept them in our study </a:t>
            </a:r>
            <a:endParaRPr altLang="zh-CN" sz="28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055" y="2799715"/>
            <a:ext cx="5965825" cy="28289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655" y="2680335"/>
            <a:ext cx="5700395" cy="3068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04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Payment</a:t>
            </a:r>
            <a:endParaRPr lang="en-US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altLang="zh-CN" sz="3200">
                <a:solidFill>
                  <a:schemeClr val="tx1"/>
                </a:solidFill>
              </a:rPr>
              <a:t>From here you can confim parents payments</a:t>
            </a:r>
            <a:endParaRPr altLang="zh-CN" sz="32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595" y="2011680"/>
            <a:ext cx="9782175" cy="38195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From here you can manage students payments and assign new payment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020" y="1555115"/>
            <a:ext cx="9839325" cy="4733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05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695325" y="2616200"/>
            <a:ext cx="5998845" cy="2306955"/>
          </a:xfrm>
        </p:spPr>
        <p:txBody>
          <a:bodyPr/>
          <a:lstStyle/>
          <a:p>
            <a:r>
              <a:rPr lang="en-US">
                <a:latin typeface="+mj-lt"/>
              </a:rPr>
              <a:t>Student </a:t>
            </a:r>
            <a:br>
              <a:rPr lang="en-US">
                <a:latin typeface="+mj-lt"/>
              </a:rPr>
            </a:br>
            <a:r>
              <a:rPr lang="en-US">
                <a:latin typeface="+mj-lt"/>
              </a:rPr>
              <a:t>Managments </a:t>
            </a:r>
            <a:endParaRPr lang="en-US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altLang="zh-CN" sz="3200">
                <a:solidFill>
                  <a:schemeClr val="tx1"/>
                </a:solidFill>
              </a:rPr>
              <a:t>From here you can admit new student </a:t>
            </a:r>
            <a:endParaRPr altLang="zh-CN" sz="32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45" y="1482090"/>
            <a:ext cx="9972675" cy="44481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From here you can see student list and manage every student profile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955" y="1382395"/>
            <a:ext cx="9131935" cy="51993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From here you can manage student promotion 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45" y="2328545"/>
            <a:ext cx="10048875" cy="2200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06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Manage Users</a:t>
            </a:r>
            <a:endParaRPr lang="en-US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Froom here you can add any type of users do you want (Admin , Teacher , Parent)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6540" y="1313815"/>
            <a:ext cx="9138285" cy="51873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07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Manage Classes</a:t>
            </a:r>
            <a:endParaRPr lang="en-US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Froom here you can add new class, manage classes.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4640" y="1738630"/>
            <a:ext cx="9801225" cy="47053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08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Manage Sections</a:t>
            </a:r>
            <a:endParaRPr lang="en-US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Froom here you can add new section for class , manage sections.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1395095"/>
            <a:ext cx="9886950" cy="40671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09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Manage Subjects</a:t>
            </a:r>
            <a:endParaRPr lang="en-US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Froom here you can add new subject for class , manage subjects.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0" y="1556385"/>
            <a:ext cx="9944100" cy="4762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10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Manage </a:t>
            </a:r>
            <a:br>
              <a:rPr lang="en-US">
                <a:latin typeface="+mj-lt"/>
              </a:rPr>
            </a:br>
            <a:r>
              <a:rPr lang="en-US">
                <a:latin typeface="+mj-lt"/>
              </a:rPr>
              <a:t>School Clubs</a:t>
            </a:r>
            <a:endParaRPr lang="en-US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Froom here you can add new Club for class , manage Clubs.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25" y="2158365"/>
            <a:ext cx="9810750" cy="3619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11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Manage </a:t>
            </a:r>
            <a:r>
              <a:rPr lang="en-US" altLang="en-GB">
                <a:latin typeface="+mj-lt"/>
              </a:rPr>
              <a:t>Advisory  Corner</a:t>
            </a:r>
            <a:endParaRPr lang="en-US" altLang="en-GB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Froom here you can create new conversation with any parents , and can assign the conversation to specific advisor.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495" y="1570355"/>
            <a:ext cx="9858375" cy="47339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12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Manage </a:t>
            </a:r>
            <a:r>
              <a:rPr lang="en-US" altLang="en-GB">
                <a:latin typeface="+mj-lt"/>
              </a:rPr>
              <a:t>Announcements</a:t>
            </a:r>
            <a:endParaRPr lang="en-US" altLang="en-GB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>
          <a:xfrm>
            <a:off x="608400" y="1009720"/>
            <a:ext cx="10969200" cy="705600"/>
          </a:xfrm>
        </p:spPr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Froom here you can create new announcement to show to all students member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20" y="2058035"/>
            <a:ext cx="9915525" cy="31432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13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Manage </a:t>
            </a:r>
            <a:r>
              <a:rPr lang="en-US" altLang="en-GB">
                <a:latin typeface="+mj-lt"/>
              </a:rPr>
              <a:t>Islamic Materials</a:t>
            </a:r>
            <a:endParaRPr lang="en-US" altLang="en-GB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>
          <a:xfrm>
            <a:off x="608400" y="1009720"/>
            <a:ext cx="10969200" cy="705600"/>
          </a:xfrm>
        </p:spPr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Froom here you can create new islamic material and manage it 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2414270"/>
            <a:ext cx="9791700" cy="37242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14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Manage Settings</a:t>
            </a:r>
            <a:endParaRPr lang="en-US" altLang="en-GB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>
          <a:xfrm>
            <a:off x="608330" y="2103120"/>
            <a:ext cx="2077085" cy="1720215"/>
          </a:xfrm>
        </p:spPr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From here you manage you site settings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5920" y="600075"/>
            <a:ext cx="9010650" cy="56578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/>
            </a:gs>
            <a:gs pos="100000">
              <a:schemeClr val="accent2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15</a:t>
            </a:r>
            <a:endParaRPr lang="en-US">
              <a:latin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Manage Profile</a:t>
            </a:r>
            <a:endParaRPr lang="en-US" altLang="en-GB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5179060"/>
            <a:ext cx="1200150" cy="1123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>
          <a:xfrm>
            <a:off x="608330" y="2103120"/>
            <a:ext cx="2077085" cy="1720215"/>
          </a:xfrm>
        </p:spPr>
        <p:txBody>
          <a:bodyPr>
            <a:noAutofit/>
          </a:bodyPr>
          <a:p>
            <a:r>
              <a:rPr altLang="zh-CN" sz="2400">
                <a:solidFill>
                  <a:schemeClr val="tx1"/>
                </a:solidFill>
              </a:rPr>
              <a:t>From here you manage your profile</a:t>
            </a:r>
            <a:endParaRPr altLang="zh-CN" sz="240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2715" y="890270"/>
            <a:ext cx="7172325" cy="50768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0000"/>
                <a:lumOff val="40000"/>
              </a:schemeClr>
            </a:gs>
            <a:gs pos="100000">
              <a:schemeClr val="accent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Thank You</a:t>
            </a:r>
            <a:endParaRPr lang="en-US">
              <a:latin typeface="+mj-lt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输入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NOCLEAR" val="0"/>
  <p:tag name="KSO_WM_UNIT_ISCONTENTSTITLE" val="0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NOCLEAR" val="0"/>
  <p:tag name="KSO_WM_UNIT_ISCONTENTSTITLE" val="0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3407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07"/>
</p:tagLst>
</file>

<file path=ppt/tags/tag87.xml><?xml version="1.0" encoding="utf-8"?>
<p:tagLst xmlns:p="http://schemas.openxmlformats.org/presentationml/2006/main">
  <p:tag name="KSO_WM_TEMPLATE_THUMBS_INDEX" val="1、11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07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07_1*b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Click to add subtitle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1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90.xml><?xml version="1.0" encoding="utf-8"?>
<p:tagLst xmlns:p="http://schemas.openxmlformats.org/presentationml/2006/main">
  <p:tag name="KSO_WM_TEMPLATE_THUMBS_INDEX" val="1、11"/>
  <p:tag name="KSO_WM_SLIDE_CONTENT_AREA" val="{&quot;left&quot;:&quot;20.3&quot;,&quot;top&quot;:&quot;125&quot;,&quot;width&quot;:&quot;531.55&quot;,&quot;height&quot;:&quot;289.2&quot;}"/>
  <p:tag name="KSO_WM_SPECIAL_SOURCE" val="bdnull"/>
  <p:tag name="KSO_WM_SLIDE_ID" val="custom2023340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07"/>
  <p:tag name="KSO_WM_SLIDE_LAYOUT" val="a_b_f"/>
  <p:tag name="KSO_WM_SLIDE_LAYOUT_CNT" val="1_1_1"/>
</p:tagLst>
</file>

<file path=ppt/tags/tag9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1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93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94.xml><?xml version="1.0" encoding="utf-8"?>
<p:tagLst xmlns:p="http://schemas.openxmlformats.org/presentationml/2006/main">
  <p:tag name="KSO_WM_TEMPLATE_CATEGORY" val="custom"/>
  <p:tag name="KSO_WM_TEMPLATE_INDEX" val="20233407"/>
</p:tagLst>
</file>

<file path=ppt/tags/tag95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2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97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98.xml><?xml version="1.0" encoding="utf-8"?>
<p:tagLst xmlns:p="http://schemas.openxmlformats.org/presentationml/2006/main">
  <p:tag name="KSO_WM_TEMPLATE_CATEGORY" val="custom"/>
  <p:tag name="KSO_WM_TEMPLATE_INDEX" val="20233407"/>
</p:tagLst>
</file>

<file path=ppt/tags/tag99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3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01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02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03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4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05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06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0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5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09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10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1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6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13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14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15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6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17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18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19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6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21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22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23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6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25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26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2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6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29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30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3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6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33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34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35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6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37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38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39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6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41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42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43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6"/>
</p:tagLst>
</file>

<file path=ppt/tags/tag1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45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46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4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07_9*e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06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9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Your title here"/>
</p:tagLst>
</file>

<file path=ppt/tags/tag149.xml><?xml version="1.0" encoding="utf-8"?>
<p:tagLst xmlns:p="http://schemas.openxmlformats.org/presentationml/2006/main">
  <p:tag name="KSO_WM_SPECIAL_SOURCE" val="bdnull"/>
  <p:tag name="KSO_WM_SLIDE_CONTENT_AREA" val="{&quot;left&quot;:&quot;59.25&quot;,&quot;top&quot;:&quot;26.45008&quot;,&quot;width&quot;:&quot;408.3629&quot;,&quot;height&quot;:&quot;353.679&quot;}"/>
  <p:tag name="KSO_WM_SLIDE_ID" val="custom20233407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07"/>
  <p:tag name="KSO_WM_SLIDE_LAYOUT" val="a_e"/>
  <p:tag name="KSO_WM_SLIDE_LAYOUT_CNT" val="1_1"/>
</p:tagLst>
</file>

<file path=ppt/tags/tag150.xml><?xml version="1.0" encoding="utf-8"?>
<p:tagLst xmlns:p="http://schemas.openxmlformats.org/presentationml/2006/main">
  <p:tag name="KSO_WM_TEMPLATE_CATEGORY" val="custom"/>
  <p:tag name="KSO_WM_TEMPLATE_INDEX" val="20233407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7_11*a*1"/>
  <p:tag name="KSO_WM_TEMPLATE_CATEGORY" val="custom"/>
  <p:tag name="KSO_WM_TEMPLATE_INDEX" val="20233407"/>
  <p:tag name="KSO_WM_UNIT_LAYERLEVEL" val="1"/>
  <p:tag name="KSO_WM_TAG_VERSION" val="3.0"/>
  <p:tag name="KSO_WM_BEAUTIFY_FLAG" val="#wm#"/>
  <p:tag name="KSO_WM_UNIT_PRESET_TEXT" val="THANK  YOU"/>
</p:tagLst>
</file>

<file path=ppt/tags/tag152.xml><?xml version="1.0" encoding="utf-8"?>
<p:tagLst xmlns:p="http://schemas.openxmlformats.org/presentationml/2006/main">
  <p:tag name="KSO_WM_SPECIAL_SOURCE" val="bdnull"/>
  <p:tag name="KSO_WM_SLIDE_CONTENT_AREA" val="{&quot;left&quot;:&quot;20.6&quot;,&quot;top&quot;:&quot;113.8&quot;,&quot;width&quot;:&quot;531.55&quot;,&quot;height&quot;:&quot;289.2&quot;}"/>
  <p:tag name="KSO_WM_SLIDE_ID" val="custom20233407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3407"/>
  <p:tag name="KSO_WM_SLIDE_LAYOUT" val="a_f"/>
  <p:tag name="KSO_WM_SLIDE_LAYOUT_CNT" val="1_1"/>
</p:tagLst>
</file>

<file path=ppt/tags/tag153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15">
      <a:dk1>
        <a:srgbClr val="000000"/>
      </a:dk1>
      <a:lt1>
        <a:srgbClr val="FFFFFF"/>
      </a:lt1>
      <a:dk2>
        <a:srgbClr val="03214D"/>
      </a:dk2>
      <a:lt2>
        <a:srgbClr val="F0F5FE"/>
      </a:lt2>
      <a:accent1>
        <a:srgbClr val="277AF7"/>
      </a:accent1>
      <a:accent2>
        <a:srgbClr val="67A0FD"/>
      </a:accent2>
      <a:accent3>
        <a:srgbClr val="FF9933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nrope ExtraBold +Lato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1436</Words>
  <Application>WPS Presentation</Application>
  <PresentationFormat>Widescreen</PresentationFormat>
  <Paragraphs>104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Arial</vt:lpstr>
      <vt:lpstr>SimSun</vt:lpstr>
      <vt:lpstr>Wingdings</vt:lpstr>
      <vt:lpstr>汉仪粗圆简</vt:lpstr>
      <vt:lpstr>Wingdings</vt:lpstr>
      <vt:lpstr>Lato</vt:lpstr>
      <vt:lpstr>Segoe Print</vt:lpstr>
      <vt:lpstr>Manrope ExtraBold</vt:lpstr>
      <vt:lpstr>Microsoft YaHei</vt:lpstr>
      <vt:lpstr>Arial Unicode MS</vt:lpstr>
      <vt:lpstr>Calibri</vt:lpstr>
      <vt:lpstr>Calibri Light</vt:lpstr>
      <vt:lpstr>Aldhabi</vt:lpstr>
      <vt:lpstr>Office Theme</vt:lpstr>
      <vt:lpstr>1_Office Theme</vt:lpstr>
      <vt:lpstr>NextGene School</vt:lpstr>
      <vt:lpstr>مقدمة</vt:lpstr>
      <vt:lpstr>الهدف من الموقع</vt:lpstr>
      <vt:lpstr>إدارة الموقع</vt:lpstr>
      <vt:lpstr>مسؤوليات الإدارة</vt:lpstr>
      <vt:lpstr>محتوى الموقع</vt:lpstr>
      <vt:lpstr>المواد التعليمية</vt:lpstr>
      <vt:lpstr>الأنشطة والفعاليات</vt:lpstr>
      <vt:lpstr>الأمن والخصوصية</vt:lpstr>
      <vt:lpstr>حماية البيانات</vt:lpstr>
      <vt:lpstr>إدارة الوصول</vt:lpstr>
      <vt:lpstr>التطوير المستمر</vt:lpstr>
      <vt:lpstr>تحديث المحتوى</vt:lpstr>
      <vt:lpstr>تحسين الأداء</vt:lpstr>
      <vt:lpstr>From here you can see student list and manage every student profile</vt:lpstr>
      <vt:lpstr>الدعم والمساعدة</vt:lpstr>
      <vt:lpstr>قسم الدعم الفني</vt:lpstr>
      <vt:lpstr>Manage Users</vt:lpstr>
      <vt:lpstr>Froom here you can add any type of users do you want (Admin , Teacher , Parent)</vt:lpstr>
      <vt:lpstr>Manage Classes</vt:lpstr>
      <vt:lpstr>Froom here you can add new class, manage classes.</vt:lpstr>
      <vt:lpstr>Manage Sections</vt:lpstr>
      <vt:lpstr>Froom here you can add new section for class , manage sections.</vt:lpstr>
      <vt:lpstr>Manage Subjects</vt:lpstr>
      <vt:lpstr>Froom here you can add new subject for class , manage subjects.</vt:lpstr>
      <vt:lpstr>Manage  School Clubs</vt:lpstr>
      <vt:lpstr>Froom here you can add new Club for class , manage Clubs.</vt:lpstr>
      <vt:lpstr>Manage Advisory  Corner</vt:lpstr>
      <vt:lpstr>Froom here you can new conversation with any parents , and can assign the conversation to specific advisor.</vt:lpstr>
      <vt:lpstr>Manage Announcements</vt:lpstr>
      <vt:lpstr>Froom here you can create new announcement to show to all students member</vt:lpstr>
      <vt:lpstr>Manage Islamic Materials</vt:lpstr>
      <vt:lpstr>Froom here you can create new islamic material and manage it </vt:lpstr>
      <vt:lpstr>Manage Settings</vt:lpstr>
      <vt:lpstr>From here you manage you site settings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rubaf</dc:creator>
  <cp:lastModifiedBy>Ruba Abdallatif</cp:lastModifiedBy>
  <cp:revision>4</cp:revision>
  <dcterms:created xsi:type="dcterms:W3CDTF">2025-07-23T00:59:00Z</dcterms:created>
  <dcterms:modified xsi:type="dcterms:W3CDTF">2026-02-28T07:34:06Z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1B9D8E35CF6045BF844EEE0A22D079D3_11</vt:lpwstr>
  </property>
  <property fmtid="{D5CDD505-2E9C-101B-9397-08002B2CF9AE}" pid="3" name="KSOProductBuildVer">
    <vt:lpwstr>2057-12.2.0.23197</vt:lpwstr>
  </property>
</Properties>
</file>